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演讲备注 speaker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路线图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Q4 发布桌面版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 第二页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